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6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6715F-75C2-D995-F926-F407B366C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604E43-9262-6292-D475-58EFF5796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CC6F3D-C155-3B04-583A-8CF5A11E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CC73AB-4453-DCC3-3269-9984BEA9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80A7CC-C28A-0A1D-A420-43B42653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796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F0641-311B-7210-BFDF-24DC0E02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7CFBB4-6253-9680-BEC4-AB158F09C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90158B-ECD7-708B-D38B-FEE4DAB0D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496A08-3282-4752-DC49-28FF92D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418FAF-02BB-25FF-DA22-2E6C241F0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704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6B6F4-EB9D-A703-A129-37BA7C53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9384B3-518F-8D15-DA19-9BB9C3E6A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CBEFB-51E0-BD2C-C049-656B1744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0347CD-A35E-A29D-D378-5402D228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17AFE4-6825-300F-8255-CB645135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00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17F5-D29C-6F04-F971-7D39A42E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8A0E27-A37F-CC8C-0D40-9B2CBC871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236FA2-F187-411D-8B64-C04B7B3C1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C3D04F-5A2E-F317-6756-3CCB4A8A4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8B722A-6D09-FDE0-5A0E-4F631DEF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C5F179-97E0-085C-B2B4-8F316C030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865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7B8D6-202E-CAB3-2A21-89DEB82B8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19A9CC-0CD7-19D1-C33A-A48E97FCF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1459FBC-AC45-3AF1-95E4-EE850F9EB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DD60B1-5236-8DE0-DB89-8D2B989E2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741DA1-6427-F037-96E1-9A884222F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AE9F59-4897-A7C5-2868-080FA4EE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5C35699-0D68-8446-136D-243E787F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D574475-57DD-EF01-2D1F-6C83DC76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498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40B96-7C13-F438-B1B7-DD0F1934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EACDE42-BF15-A146-7A34-5205717C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1587E1-B5A4-D979-66DA-43E31AC4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65E99B-DBCB-2898-0AA4-6CAD7648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291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5B894B-1FD8-27ED-E172-0DC263DD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1F1C493-9E50-FC71-8576-5058D0C5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1A30CC-1B30-56DF-49FB-F90E774E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848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C3C07-CE76-09ED-580C-7DB4E025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9E9F0A-A5BF-1852-1011-9880E77EE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9AB57B-30A4-E8AB-A717-02DFE2187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6946A7-598C-2D20-103A-3EE3F5A4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975DE0-F306-F882-D8DC-FDECC591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6D8E5-F54F-62F8-5F60-6E0C46BF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128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AFF11-B497-8410-0BE1-844C3E90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D67128C-7F37-2344-1F28-5329DBFBA0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233528-5FCC-E097-146B-379822AF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651531-D157-9391-DE03-826FFAAA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6DE698-BEA1-32B9-E641-E012B308C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0C7757-435F-CF94-FCB7-E6CAD1AB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8998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D1F94-7EE9-74E0-19EF-FE3D3144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91054D-B31C-58DD-7DB7-69599077D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52E305-8889-0FAC-1929-D389828B8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F10069-2886-8DEB-481B-B283E8D7E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46909A-280D-2946-F6C2-B25CB825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774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A681D1-35C2-D070-C633-E2ACFB648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61C43E-081F-AE9A-31D2-951922879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547957-FB61-795B-3228-47522792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36CA22-A024-4E2D-0634-7C32E8269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59ACD9-7ADB-42C2-05EB-588D3E46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160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7FC0CEC8-B6CD-7110-028D-F4A19F9A48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3823494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4" imgW="359" imgH="360" progId="TCLayout.ActiveDocument.1">
                  <p:embed/>
                </p:oleObj>
              </mc:Choice>
              <mc:Fallback>
                <p:oleObj name="Diapositiva de thinkcell" r:id="rId1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CDBF0D-E609-1D59-12CB-5EAEEA74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7F8B5B-57C3-5455-83C3-138FA81F9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112FF5-BCE6-53CA-3A7F-D7F4332FF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7B9C8-BF87-4653-AEE5-ED46BAE46561}" type="datetimeFigureOut">
              <a:rPr lang="es-CL" smtClean="0"/>
              <a:t>08-10-2026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6D5275-2881-D811-EAA3-05D2B47E7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3653F9-1FB7-D858-4ADF-31270DCB5B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C7299-5B4E-45B5-98DC-1C379FB2A5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85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cell data - do not delete" hidden="1">
            <a:extLst>
              <a:ext uri="{FF2B5EF4-FFF2-40B4-BE49-F238E27FC236}">
                <a16:creationId xmlns:a16="http://schemas.microsoft.com/office/drawing/2014/main" id="{A5215A51-FDCA-8D0B-4F05-657884D8619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04552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3" imgW="359" imgH="360" progId="TCLayout.ActiveDocument.1">
                  <p:embed/>
                </p:oleObj>
              </mc:Choice>
              <mc:Fallback>
                <p:oleObj name="Diapositiva de thinkcell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0155E33B-7E9D-3612-F40E-CF4201FCE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096" y="0"/>
            <a:ext cx="9077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66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C5A977-C21F-6E77-79C9-B08EC458F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306" y="0"/>
            <a:ext cx="8957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3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3EEFFC2-DE1A-A1FB-AB6C-380668989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848" y="0"/>
            <a:ext cx="902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45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20D21C-145A-40EE-1C81-2B4716662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5" y="0"/>
            <a:ext cx="8817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5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627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Diapositiva de thinkcell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Luis-Fernando Haro</dc:creator>
  <cp:lastModifiedBy>Luis-Fernando Haro</cp:lastModifiedBy>
  <cp:revision>2</cp:revision>
  <dcterms:created xsi:type="dcterms:W3CDTF">2026-10-08T22:14:20Z</dcterms:created>
  <dcterms:modified xsi:type="dcterms:W3CDTF">2026-10-08T22:29:16Z</dcterms:modified>
</cp:coreProperties>
</file>