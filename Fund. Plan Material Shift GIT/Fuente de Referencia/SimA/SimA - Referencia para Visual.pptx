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4569A-38FF-FE26-2660-5CE3EE6E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23D34E-2B50-DFCB-C741-CE9D14C5B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E7097-3C63-CF4B-BDD2-5AC60E35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BDB92B-5584-89AD-31E9-BBA3BE6E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70C831-9211-4851-8DD4-35760D9E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539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8ABF3-6D0A-88AE-47BD-8EBE5C6F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AD206D-8BAE-1EB9-2CF3-4230028C7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7A3B70-5F5F-EE5B-E577-DBFF512D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2200F1-0516-85F5-FD54-DA73A24C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F5FD78-2431-2AAB-93DC-9FC6B447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583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7BE29-41AA-0123-B9AF-2ACED29D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D2FDB5-472C-CC5F-8FC1-E77F019F9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53C20F-C00F-00CD-D367-3074FE8C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901B5-F4C7-0C7C-0BD5-E5DB5308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2D6B5-1BF8-EF58-4D05-EC6F0827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072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5CCDC-2187-8183-7A08-58B26364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AF66A6-B3D7-F0C3-16ED-86274719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486F6D-607B-4C45-5538-55AA1EB55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537C34-A7C6-79E8-6A3B-E822D8DE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8A1EB7-B328-5AAA-AC63-C29177FC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8782DB-0B7B-A2A9-CBB2-5F8A81B7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540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C108-7283-06B0-A773-737E1BAA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7FC2CE-458D-7F7C-6AFC-BC7BEC854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01DDDB-5C73-C7C0-20CB-409539AFD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9538D5-9DFF-069D-D934-65BB67FC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7DEB19-64C9-D700-5B16-3EB76A952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10D04D-BC5F-1AC2-55E1-DE4F7849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82FF65-8C91-EAAB-1396-EB8EE068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41278F-456F-0FC9-2952-15CC0544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036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E61A-54BB-16E4-19C0-6736C5EA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3A7754-BD94-3C6F-50F6-84D6A3A4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6FC95D-3776-18F8-7A3C-64DA7045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8B1B09-ED08-47A5-D025-C38303D3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76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7745F2-01FE-53FF-061E-11E9BD2F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24C563-3710-CEBD-17E8-7E3D5329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CD4752-6903-A214-9540-B6463F85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95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0BF2A-2ED7-21F4-14F4-ABDE82FC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828F61-5DF4-7701-7064-962661893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A82B27-A93B-6055-D79D-60242A514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FC49BE-F0CE-9E83-4302-726E595C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C7CC38-93F3-60CA-1F5E-7F135EA2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EA9E23-B5AB-46DE-DE75-FC7E6164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387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52CFC-68C5-103D-D832-FF150A8C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AE9345-4784-63FC-A235-214B4FAA16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DCB87A-58D5-9416-7A83-EF0525231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32ACA-9670-E46C-E197-BC38016A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2FE4CA-1C2E-E7C2-7508-8BE787B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929746-4117-EB70-C19C-C7A45BAA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28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A127D-7413-874F-5A17-577D0F89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0E3BCD-F075-F2DD-46AE-906A5A3C0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45E95B-DC55-9944-9F9C-D0514998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BCCBA4-3F8D-77DB-7ECB-2B1AE681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AC7AB6-FD08-2E2F-F6C4-8E659F16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461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6EF6E7-FB23-87EF-4BB6-E8BC2D49D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FC0CB3-123C-6C16-A7F3-BD03692B4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858286-326B-9467-C377-B8E2C1CC3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BB7735-DEB2-BF40-6163-E7C76F4A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48314A-F640-9006-7A16-6495569F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96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887DC7FE-83A2-8B28-2294-C890BB17F5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63288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4" imgW="359" imgH="360" progId="TCLayout.ActiveDocument.1">
                  <p:embed/>
                </p:oleObj>
              </mc:Choice>
              <mc:Fallback>
                <p:oleObj name="Diapositiva de thinkcell" r:id="rId1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3FFE59-B059-5A37-0D97-5F6DAF64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FCDACF-901D-613B-D066-84096C9B0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B8E2B-238A-586D-BDB5-0580A8908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CF5AA-60CA-4B93-869F-0C09AF423125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FBEED9-DCCE-84B1-34EA-67F04E1DF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DB9C31-ABC7-F609-9749-763CED140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1A6EB-7649-4804-8185-2BEFDB8F58A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593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E615E65E-0A37-1FCA-19F6-177EB9A8362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64382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3" imgW="359" imgH="360" progId="TCLayout.ActiveDocument.1">
                  <p:embed/>
                </p:oleObj>
              </mc:Choice>
              <mc:Fallback>
                <p:oleObj name="Diapositiva de thinkcell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5EFE6142-BD58-D9CC-10DA-7469A2395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8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7CDC96-148F-B992-89AC-A24FFA93B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0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30C560-5D68-9969-B629-7AEF1ACA8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4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9A2C-CC98-220F-F267-3065483E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A8272B-B3C8-5909-99E8-F4A35354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2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D273-A57D-2217-D586-947D11177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468F21-16A5-A323-3FBB-91752D07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0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709F-3A20-A91E-88D5-10EB881F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65D37B-48B8-2385-4BA9-1084E0520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3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35AA-E976-75D9-E6E4-8C9DF824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77AC226-545E-21CB-EB6F-E0ECF345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167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Diapositiva de thinkcell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Luis-Fernando Haro</dc:creator>
  <cp:lastModifiedBy>Luis-Fernando Haro</cp:lastModifiedBy>
  <cp:revision>4</cp:revision>
  <dcterms:created xsi:type="dcterms:W3CDTF">2026-10-08T16:45:07Z</dcterms:created>
  <dcterms:modified xsi:type="dcterms:W3CDTF">2026-10-08T21:58:39Z</dcterms:modified>
</cp:coreProperties>
</file>